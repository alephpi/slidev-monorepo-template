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0287000" cy="5791200"/>
  <p:notesSz cx="57912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layout: pageBar
hideInToc: true
---
# Outline
&lt;Toc/&gt;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**multichannel diarization with source separation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Reversely, if we look from the diarization perspective, it only uses diarization annotation and the mixtures. And intuitively, diarization task reduce to VAD if we get clean separated signal, so jointly learn how to diarize and separate help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
  <cp:lastModifiedBy/>
  <cp:revision>1</cp:revision>
  <dcterms:created xsi:type="dcterms:W3CDTF">2026-09-28T11:41:27Z</dcterms:created>
  <dcterms:modified xsi:type="dcterms:W3CDTF">2026-09-28T11:41:27Z</dcterms:modified>
</cp:coreProperties>
</file>