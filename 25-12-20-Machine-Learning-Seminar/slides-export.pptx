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（难以用语言形容的差异表征为纯粹的数字差异）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注意这两种性质并不一致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此处的线性变换的作用在于混合不同神经元的信号，而非线性变换在于提升网络的表达能力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如何高效计算梯度：反向传播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类似于对称性破缺，出现特定的结构。特定的结构对特定的信号敏感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类似于对称性破缺，出现特定的结构。特定的结构对特定的信号敏感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词元示例：
  你好世界
  hello⋅world
  👋🌎
  world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作为对比，成年人脑神经元的个数约为 860 亿，其中负责认知的大脑皮层约 160 亿，负责运动的小脑约 690 亿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融合：真正的统一表征，施加不同解码器能得到不同模态的信息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我更愿意称之为大符号模型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/>
  <cp:lastModifiedBy/>
  <cp:revision>1</cp:revision>
  <dcterms:created xsi:type="dcterms:W3CDTF">2026-09-18T10:45:39Z</dcterms:created>
  <dcterms:modified xsi:type="dcterms:W3CDTF">2026-09-18T10:45:39Z</dcterms:modified>
</cp:coreProperties>
</file>